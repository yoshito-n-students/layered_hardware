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96" d="100"/>
          <a:sy n="96" d="100"/>
        </p:scale>
        <p:origin x="41" y="4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8AE00-4B4B-4E77-9B03-D851622CE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7C1ED7-568D-4881-9C93-1DF261A2F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8185DA-C520-4EDC-BF3F-C5E11B9B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E1FCB5-54A8-49E1-965A-833F095A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FD4CA8-49FB-4E65-8866-29E72CAE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10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94CBAE-50AA-41F6-93D3-A6B67087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766F80-4690-4604-AE5F-104525D7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CCF21A-7C92-4789-8219-C723B012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6A06A8-ED4D-4789-8FA5-C29A7B82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132AEB-B25D-48E9-A428-CF819667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931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F17C80-7021-4C44-9FAA-93030770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407B8E-121F-4AAD-BAA4-FE8405E1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77B0E3-4D39-4D39-905C-A0DF385B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1A9D60-7366-4CC9-A425-80DD9588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8C9C74-55FC-4723-8DBE-D532DE995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304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155521-CFDC-45F2-B5AD-3D631E05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182C-5EC2-4FF1-82ED-E3424A9DE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3E8150-D408-402E-802C-9E51DD768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FADE09-AEB7-45F2-B6E6-6C3707B5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37C844-EF9A-4002-BEF1-9C194905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4A494F-F351-4E06-A289-B757E0D1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53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AFE18-EC51-4048-833B-C6A4EE3DE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1EBD13-65AB-4088-9734-91258CC1D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3C5CE6-451A-43A0-8A39-A9408C75A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76F075-ADBA-4431-B3D1-0F71B7FBF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C580390-0F5A-4003-9CC2-7E1A343D3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FF7C22C-77CE-484F-91AE-F59B93A4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11C56E-41EF-4B15-9137-8122704FC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A2ED28-DB9F-4A69-A938-C1F9E84F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820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470FC4-5428-48FC-940E-13D37A70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4EC6FB-3A25-4754-96FC-FF4FF9EE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1E71FA-4C35-4EC7-9DBB-6517BA2C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F25D1C-8D5F-45F9-85BC-C710E0E5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848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FE00AB8-872A-4F42-A469-98392B5A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012218-DB4D-4037-A95D-ECBE5B31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A17AA1-2553-4AC6-8149-CA6E2214A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20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F0D7E-200F-4CCD-A030-1721E428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98CBC7-12C6-43AF-B051-AB87FA5BC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EFD7FF-F4EF-44E3-BA50-53862C640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E692E8-2604-4650-8B34-AE3E61F3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B57019-FAD8-454F-A011-868C2D9C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79EF85-31AF-4B3E-B8C8-8AECFAF8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768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69C729-C4C2-4F86-91E5-F5A76B0B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564065-62AE-46FB-8B9F-B41FF88C3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7EB50A-7E92-42ED-A401-3E837A51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C1F79B-D518-4B5D-8C18-FBBAB72D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415E70-88CA-4142-91FA-15D99992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82F8DF-C855-406D-9256-D3E88377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540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1D08EF-C545-4F9F-A1AC-3259499D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F1088A-5C1C-43B0-A7CB-F9978D48A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F433DA-C2EB-4C8E-A37C-7EF44C2E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A193A3-F72D-421A-9DFD-15B9F099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B6002B-E6BF-4E3E-B496-9E2A54D00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33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1A0ADD9-F6B5-4AD4-B17F-93AF0FC55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3FF232-F8AA-41C5-9790-1CD090FE8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104FFD-FB5E-4EC4-93F8-98B22FCDB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19D336-6DD7-4C35-BB05-3354945B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13A07A-5CD9-42B4-B3CB-D94E37DC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56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4E24E49-32DC-479F-8E26-88F5F4BE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B55345-EF4E-499A-9C9E-8B804C131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5AC535-C844-4E3A-ACC9-7829E85EA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5A406-218B-453C-8604-8324E45B3A14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1ADB6-7D5A-407D-B69B-670EB202D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A8E54B-C5CF-4557-A5C9-EF6221B7A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40BE9-9195-40EA-96CC-CED2037772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783359-64CA-4288-9C73-B05C7D063285}"/>
              </a:ext>
            </a:extLst>
          </p:cNvPr>
          <p:cNvSpPr/>
          <p:nvPr/>
        </p:nvSpPr>
        <p:spPr>
          <a:xfrm>
            <a:off x="1223115" y="585788"/>
            <a:ext cx="4986951" cy="47547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B68C2D-5E83-4D32-8699-B6AD8A66B7DF}"/>
              </a:ext>
            </a:extLst>
          </p:cNvPr>
          <p:cNvSpPr txBox="1"/>
          <p:nvPr/>
        </p:nvSpPr>
        <p:spPr>
          <a:xfrm flipH="1">
            <a:off x="1307927" y="656347"/>
            <a:ext cx="442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l</a:t>
            </a:r>
            <a:r>
              <a:rPr kumimoji="1" lang="en-US" altLang="ja-JP" dirty="0" err="1">
                <a:latin typeface="Consolas" panose="020B0609020204030204" pitchFamily="49" charset="0"/>
              </a:rPr>
              <a:t>ayered_hardware_node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F2FECD-6AB2-477F-8A34-9C91ED6485F3}"/>
              </a:ext>
            </a:extLst>
          </p:cNvPr>
          <p:cNvSpPr txBox="1"/>
          <p:nvPr/>
        </p:nvSpPr>
        <p:spPr>
          <a:xfrm>
            <a:off x="1769984" y="1346350"/>
            <a:ext cx="3893212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>
                <a:latin typeface="Consolas" panose="020B0609020204030204" pitchFamily="49" charset="0"/>
              </a:rPr>
              <a:t>ControllerManager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3FD731-FDFB-4B7C-BE6B-137C53B409A0}"/>
              </a:ext>
            </a:extLst>
          </p:cNvPr>
          <p:cNvSpPr txBox="1"/>
          <p:nvPr/>
        </p:nvSpPr>
        <p:spPr>
          <a:xfrm>
            <a:off x="1769984" y="2244305"/>
            <a:ext cx="3893212" cy="5539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Consolas" panose="020B0609020204030204" pitchFamily="49" charset="0"/>
              </a:rPr>
              <a:t>Layer[0]</a:t>
            </a:r>
          </a:p>
          <a:p>
            <a:pPr algn="ctr"/>
            <a:r>
              <a:rPr kumimoji="1" lang="en-US" altLang="ja-JP" sz="1200" dirty="0">
                <a:latin typeface="Georgia" panose="02040502050405020303" pitchFamily="18" charset="0"/>
              </a:rPr>
              <a:t>(ex. Joint limits)</a:t>
            </a:r>
            <a:endParaRPr kumimoji="1" lang="ja-JP" altLang="en-US" sz="1200" dirty="0">
              <a:latin typeface="Georgia" panose="02040502050405020303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E997F3-C491-47B8-8230-8C3D89A49DC8}"/>
              </a:ext>
            </a:extLst>
          </p:cNvPr>
          <p:cNvSpPr txBox="1"/>
          <p:nvPr/>
        </p:nvSpPr>
        <p:spPr>
          <a:xfrm>
            <a:off x="1769984" y="3326926"/>
            <a:ext cx="3893212" cy="5539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Consolas" panose="020B0609020204030204" pitchFamily="49" charset="0"/>
              </a:rPr>
              <a:t>Layer[1]</a:t>
            </a:r>
          </a:p>
          <a:p>
            <a:pPr algn="ctr"/>
            <a:r>
              <a:rPr lang="en-US" altLang="ja-JP" sz="1200" dirty="0">
                <a:solidFill>
                  <a:prstClr val="black"/>
                </a:solidFill>
                <a:latin typeface="Georgia" panose="02040502050405020303" pitchFamily="18" charset="0"/>
              </a:rPr>
              <a:t>(ex. Transmissions)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F34787-1E64-424C-AC24-D2FB4ABC6567}"/>
              </a:ext>
            </a:extLst>
          </p:cNvPr>
          <p:cNvSpPr txBox="1"/>
          <p:nvPr/>
        </p:nvSpPr>
        <p:spPr>
          <a:xfrm>
            <a:off x="1769984" y="4409546"/>
            <a:ext cx="3893212" cy="5539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Consolas" panose="020B0609020204030204" pitchFamily="49" charset="0"/>
              </a:rPr>
              <a:t>Layer[2]</a:t>
            </a:r>
          </a:p>
          <a:p>
            <a:pPr algn="ctr"/>
            <a:r>
              <a:rPr lang="en-US" altLang="ja-JP" sz="1200" dirty="0">
                <a:solidFill>
                  <a:prstClr val="black"/>
                </a:solidFill>
                <a:latin typeface="Georgia" panose="02040502050405020303" pitchFamily="18" charset="0"/>
              </a:rPr>
              <a:t>(ex. Actuator-specific)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0E704C7-38DA-4280-93EA-4AE5D43825EB}"/>
              </a:ext>
            </a:extLst>
          </p:cNvPr>
          <p:cNvCxnSpPr/>
          <p:nvPr/>
        </p:nvCxnSpPr>
        <p:spPr>
          <a:xfrm>
            <a:off x="4315438" y="1715682"/>
            <a:ext cx="0" cy="528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99CB9A0-4A4D-4698-9A5A-A31B8F2B310C}"/>
              </a:ext>
            </a:extLst>
          </p:cNvPr>
          <p:cNvCxnSpPr/>
          <p:nvPr/>
        </p:nvCxnSpPr>
        <p:spPr>
          <a:xfrm>
            <a:off x="4315438" y="2798303"/>
            <a:ext cx="0" cy="528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1E7681E-6EE9-4027-BEE9-973B58890744}"/>
              </a:ext>
            </a:extLst>
          </p:cNvPr>
          <p:cNvCxnSpPr/>
          <p:nvPr/>
        </p:nvCxnSpPr>
        <p:spPr>
          <a:xfrm>
            <a:off x="4321983" y="3880923"/>
            <a:ext cx="0" cy="528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BDA5ECC-2AA9-4748-8018-AEABFE402207}"/>
              </a:ext>
            </a:extLst>
          </p:cNvPr>
          <p:cNvCxnSpPr>
            <a:cxnSpLocks/>
          </p:cNvCxnSpPr>
          <p:nvPr/>
        </p:nvCxnSpPr>
        <p:spPr>
          <a:xfrm flipV="1">
            <a:off x="3111198" y="3880923"/>
            <a:ext cx="0" cy="528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133D3B5-441E-420F-8516-5A2E66137F71}"/>
              </a:ext>
            </a:extLst>
          </p:cNvPr>
          <p:cNvCxnSpPr>
            <a:cxnSpLocks/>
          </p:cNvCxnSpPr>
          <p:nvPr/>
        </p:nvCxnSpPr>
        <p:spPr>
          <a:xfrm flipV="1">
            <a:off x="3111198" y="2798303"/>
            <a:ext cx="0" cy="528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1400E0B-4FC1-4839-A89A-B91138FD9A7F}"/>
              </a:ext>
            </a:extLst>
          </p:cNvPr>
          <p:cNvCxnSpPr>
            <a:cxnSpLocks/>
          </p:cNvCxnSpPr>
          <p:nvPr/>
        </p:nvCxnSpPr>
        <p:spPr>
          <a:xfrm flipV="1">
            <a:off x="3111198" y="1715682"/>
            <a:ext cx="0" cy="528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8002B43-C55C-4E30-A311-F4CC90EC0513}"/>
              </a:ext>
            </a:extLst>
          </p:cNvPr>
          <p:cNvSpPr txBox="1"/>
          <p:nvPr/>
        </p:nvSpPr>
        <p:spPr>
          <a:xfrm>
            <a:off x="8027645" y="1346350"/>
            <a:ext cx="3178983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onsolas" panose="020B0609020204030204" pitchFamily="49" charset="0"/>
              </a:rPr>
              <a:t>User ROS nodes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6F211D6-BB3F-45FC-8FD6-FF7E676E34EA}"/>
              </a:ext>
            </a:extLst>
          </p:cNvPr>
          <p:cNvSpPr txBox="1"/>
          <p:nvPr/>
        </p:nvSpPr>
        <p:spPr>
          <a:xfrm>
            <a:off x="8027645" y="4409546"/>
            <a:ext cx="3178984" cy="55399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ja-JP" dirty="0">
                <a:latin typeface="Consolas" panose="020B0609020204030204" pitchFamily="49" charset="0"/>
              </a:rPr>
              <a:t>Actuator hardware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8B24F9DF-C399-49D8-BB87-6F78794A1655}"/>
              </a:ext>
            </a:extLst>
          </p:cNvPr>
          <p:cNvCxnSpPr>
            <a:cxnSpLocks/>
            <a:stCxn id="6" idx="3"/>
            <a:endCxn id="22" idx="1"/>
          </p:cNvCxnSpPr>
          <p:nvPr/>
        </p:nvCxnSpPr>
        <p:spPr>
          <a:xfrm>
            <a:off x="5663196" y="1531016"/>
            <a:ext cx="236444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0BAF36BD-3B91-4F54-8505-2B3120018937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>
            <a:off x="5663196" y="4686545"/>
            <a:ext cx="236444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E2F09B5-FE64-4EE1-B358-AF6D05F6A1D0}"/>
              </a:ext>
            </a:extLst>
          </p:cNvPr>
          <p:cNvSpPr txBox="1"/>
          <p:nvPr/>
        </p:nvSpPr>
        <p:spPr>
          <a:xfrm>
            <a:off x="6293196" y="790526"/>
            <a:ext cx="20317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Georgia" panose="02040502050405020303" pitchFamily="18" charset="0"/>
              </a:rPr>
              <a:t>r</a:t>
            </a:r>
            <a:r>
              <a:rPr kumimoji="1" lang="en-US" altLang="ja-JP" sz="1400" dirty="0">
                <a:latin typeface="Georgia" panose="02040502050405020303" pitchFamily="18" charset="0"/>
              </a:rPr>
              <a:t>ead states /</a:t>
            </a:r>
          </a:p>
          <a:p>
            <a:r>
              <a:rPr kumimoji="1" lang="en-US" altLang="ja-JP" sz="1400" dirty="0">
                <a:latin typeface="Georgia" panose="02040502050405020303" pitchFamily="18" charset="0"/>
              </a:rPr>
              <a:t>write commands</a:t>
            </a:r>
            <a:br>
              <a:rPr kumimoji="1" lang="en-US" altLang="ja-JP" sz="1400" dirty="0">
                <a:latin typeface="Georgia" panose="02040502050405020303" pitchFamily="18" charset="0"/>
              </a:rPr>
            </a:br>
            <a:r>
              <a:rPr kumimoji="1" lang="en-US" altLang="ja-JP" sz="1400" dirty="0">
                <a:latin typeface="Georgia" panose="02040502050405020303" pitchFamily="18" charset="0"/>
              </a:rPr>
              <a:t>via ROS messages</a:t>
            </a:r>
            <a:endParaRPr kumimoji="1" lang="ja-JP" altLang="en-US" sz="1400" dirty="0">
              <a:latin typeface="Georgia" panose="02040502050405020303" pitchFamily="18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D8140B8-12D3-4A04-B3D1-584D6C9BA7EF}"/>
              </a:ext>
            </a:extLst>
          </p:cNvPr>
          <p:cNvSpPr txBox="1"/>
          <p:nvPr/>
        </p:nvSpPr>
        <p:spPr>
          <a:xfrm>
            <a:off x="6259537" y="3724387"/>
            <a:ext cx="236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Georgia" panose="02040502050405020303" pitchFamily="18" charset="0"/>
              </a:rPr>
              <a:t>read states /</a:t>
            </a:r>
            <a:br>
              <a:rPr kumimoji="1" lang="en-US" altLang="ja-JP" sz="1400" dirty="0">
                <a:latin typeface="Georgia" panose="02040502050405020303" pitchFamily="18" charset="0"/>
              </a:rPr>
            </a:br>
            <a:r>
              <a:rPr kumimoji="1" lang="en-US" altLang="ja-JP" sz="1400" dirty="0">
                <a:latin typeface="Georgia" panose="02040502050405020303" pitchFamily="18" charset="0"/>
              </a:rPr>
              <a:t>write commands</a:t>
            </a:r>
            <a:br>
              <a:rPr kumimoji="1" lang="en-US" altLang="ja-JP" sz="1400" dirty="0">
                <a:latin typeface="Georgia" panose="02040502050405020303" pitchFamily="18" charset="0"/>
              </a:rPr>
            </a:br>
            <a:r>
              <a:rPr kumimoji="1" lang="en-US" altLang="ja-JP" sz="1400" dirty="0">
                <a:latin typeface="Georgia" panose="02040502050405020303" pitchFamily="18" charset="0"/>
              </a:rPr>
              <a:t>via actuator-specific</a:t>
            </a:r>
            <a:br>
              <a:rPr kumimoji="1" lang="en-US" altLang="ja-JP" sz="1400" dirty="0">
                <a:latin typeface="Georgia" panose="02040502050405020303" pitchFamily="18" charset="0"/>
              </a:rPr>
            </a:br>
            <a:r>
              <a:rPr kumimoji="1" lang="en-US" altLang="ja-JP" sz="1400" dirty="0">
                <a:latin typeface="Georgia" panose="02040502050405020303" pitchFamily="18" charset="0"/>
              </a:rPr>
              <a:t>interface</a:t>
            </a:r>
            <a:endParaRPr kumimoji="1" lang="ja-JP" altLang="en-US" sz="1400" dirty="0">
              <a:latin typeface="Georgia" panose="02040502050405020303" pitchFamily="18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F607E99-00F5-4690-96CD-7206F7A8797E}"/>
              </a:ext>
            </a:extLst>
          </p:cNvPr>
          <p:cNvSpPr txBox="1"/>
          <p:nvPr/>
        </p:nvSpPr>
        <p:spPr>
          <a:xfrm>
            <a:off x="4328749" y="1828531"/>
            <a:ext cx="680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Georgia" panose="02040502050405020303" pitchFamily="18" charset="0"/>
              </a:rPr>
              <a:t>write</a:t>
            </a:r>
            <a:endParaRPr kumimoji="1" lang="ja-JP" altLang="en-US" sz="1400" dirty="0">
              <a:latin typeface="Georgia" panose="02040502050405020303" pitchFamily="18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477A8B0-0A16-4C74-8A84-F14B132B678A}"/>
              </a:ext>
            </a:extLst>
          </p:cNvPr>
          <p:cNvSpPr txBox="1"/>
          <p:nvPr/>
        </p:nvSpPr>
        <p:spPr>
          <a:xfrm>
            <a:off x="3113290" y="1823679"/>
            <a:ext cx="680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Georgia" panose="02040502050405020303" pitchFamily="18" charset="0"/>
              </a:rPr>
              <a:t>r</a:t>
            </a:r>
            <a:r>
              <a:rPr kumimoji="1" lang="en-US" altLang="ja-JP" sz="1400" dirty="0">
                <a:latin typeface="Georgia" panose="02040502050405020303" pitchFamily="18" charset="0"/>
              </a:rPr>
              <a:t>ead</a:t>
            </a:r>
            <a:endParaRPr kumimoji="1" lang="ja-JP" altLang="en-US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104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A953D4E-7FD3-438C-8646-F3097844EADF}"/>
              </a:ext>
            </a:extLst>
          </p:cNvPr>
          <p:cNvGrpSpPr/>
          <p:nvPr/>
        </p:nvGrpSpPr>
        <p:grpSpPr>
          <a:xfrm>
            <a:off x="1223115" y="585788"/>
            <a:ext cx="9983514" cy="5147444"/>
            <a:chOff x="1223115" y="585788"/>
            <a:chExt cx="9983514" cy="5147444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2783359-64CA-4288-9C73-B05C7D063285}"/>
                </a:ext>
              </a:extLst>
            </p:cNvPr>
            <p:cNvSpPr/>
            <p:nvPr/>
          </p:nvSpPr>
          <p:spPr>
            <a:xfrm>
              <a:off x="1223115" y="585788"/>
              <a:ext cx="4986951" cy="514744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74B68C2D-5E83-4D32-8699-B6AD8A66B7DF}"/>
                </a:ext>
              </a:extLst>
            </p:cNvPr>
            <p:cNvSpPr txBox="1"/>
            <p:nvPr/>
          </p:nvSpPr>
          <p:spPr>
            <a:xfrm flipH="1">
              <a:off x="1307927" y="656347"/>
              <a:ext cx="4425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 err="1">
                  <a:latin typeface="Consolas" panose="020B0609020204030204" pitchFamily="49" charset="0"/>
                </a:rPr>
                <a:t>example_l</a:t>
              </a:r>
              <a:r>
                <a:rPr kumimoji="1" lang="en-US" altLang="ja-JP" dirty="0" err="1">
                  <a:latin typeface="Consolas" panose="020B0609020204030204" pitchFamily="49" charset="0"/>
                </a:rPr>
                <a:t>ayered_hardware_node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3F2FECD-6AB2-477F-8A34-9C91ED6485F3}"/>
                </a:ext>
              </a:extLst>
            </p:cNvPr>
            <p:cNvSpPr txBox="1"/>
            <p:nvPr/>
          </p:nvSpPr>
          <p:spPr>
            <a:xfrm>
              <a:off x="1769984" y="1346350"/>
              <a:ext cx="3893212" cy="3693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>
                  <a:latin typeface="Consolas" panose="020B0609020204030204" pitchFamily="49" charset="0"/>
                </a:rPr>
                <a:t>ControllerManager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73FD731-FDFB-4B7C-BE6B-137C53B409A0}"/>
                </a:ext>
              </a:extLst>
            </p:cNvPr>
            <p:cNvSpPr txBox="1"/>
            <p:nvPr/>
          </p:nvSpPr>
          <p:spPr>
            <a:xfrm>
              <a:off x="1769984" y="2244305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joint_limits_layer</a:t>
              </a:r>
              <a:endParaRPr kumimoji="1" lang="ja-JP" altLang="en-US" sz="1200" dirty="0">
                <a:latin typeface="Georgia" panose="02040502050405020303" pitchFamily="18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BE997F3-C491-47B8-8230-8C3D89A49DC8}"/>
                </a:ext>
              </a:extLst>
            </p:cNvPr>
            <p:cNvSpPr txBox="1"/>
            <p:nvPr/>
          </p:nvSpPr>
          <p:spPr>
            <a:xfrm>
              <a:off x="1769984" y="3153016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transmission_layer</a:t>
              </a:r>
              <a:endParaRPr lang="en-US" altLang="ja-JP" dirty="0">
                <a:latin typeface="Consolas" panose="020B0609020204030204" pitchFamily="49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AF34787-1E64-424C-AC24-D2FB4ABC6567}"/>
                </a:ext>
              </a:extLst>
            </p:cNvPr>
            <p:cNvSpPr txBox="1"/>
            <p:nvPr/>
          </p:nvSpPr>
          <p:spPr>
            <a:xfrm>
              <a:off x="1769984" y="4069914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position_actuator_layer</a:t>
              </a:r>
              <a:endParaRPr lang="en-US" altLang="ja-JP" dirty="0">
                <a:latin typeface="Consolas" panose="020B0609020204030204" pitchFamily="49" charset="0"/>
              </a:endParaRPr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30E704C7-38DA-4280-93EA-4AE5D43825EB}"/>
                </a:ext>
              </a:extLst>
            </p:cNvPr>
            <p:cNvCxnSpPr/>
            <p:nvPr/>
          </p:nvCxnSpPr>
          <p:spPr>
            <a:xfrm>
              <a:off x="4315438" y="1715682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499CB9A0-4A4D-4698-9A5A-A31B8F2B310C}"/>
                </a:ext>
              </a:extLst>
            </p:cNvPr>
            <p:cNvCxnSpPr/>
            <p:nvPr/>
          </p:nvCxnSpPr>
          <p:spPr>
            <a:xfrm>
              <a:off x="4315438" y="2624393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61E7681E-6EE9-4027-BEE9-973B58890744}"/>
                </a:ext>
              </a:extLst>
            </p:cNvPr>
            <p:cNvCxnSpPr/>
            <p:nvPr/>
          </p:nvCxnSpPr>
          <p:spPr>
            <a:xfrm>
              <a:off x="4321983" y="3533108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5BDA5ECC-2AA9-4748-8018-AEABFE4022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3533108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3133D3B5-441E-420F-8516-5A2E66137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2624393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1400E0B-4FC1-4839-A89A-B91138FD9A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1715682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8002B43-C55C-4E30-A311-F4CC90EC0513}"/>
                </a:ext>
              </a:extLst>
            </p:cNvPr>
            <p:cNvSpPr txBox="1"/>
            <p:nvPr/>
          </p:nvSpPr>
          <p:spPr>
            <a:xfrm>
              <a:off x="8027645" y="1346350"/>
              <a:ext cx="3178983" cy="3693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Consolas" panose="020B0609020204030204" pitchFamily="49" charset="0"/>
                </a:rPr>
                <a:t>User ROS nodes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6F211D6-BB3F-45FC-8FD6-FF7E676E34EA}"/>
                </a:ext>
              </a:extLst>
            </p:cNvPr>
            <p:cNvSpPr txBox="1"/>
            <p:nvPr/>
          </p:nvSpPr>
          <p:spPr>
            <a:xfrm>
              <a:off x="8027645" y="3977581"/>
              <a:ext cx="3178984" cy="55399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Positon</a:t>
              </a:r>
              <a:r>
                <a:rPr lang="en-US" altLang="ja-JP" dirty="0">
                  <a:latin typeface="Consolas" panose="020B0609020204030204" pitchFamily="49" charset="0"/>
                </a:rPr>
                <a:t>-controlled</a:t>
              </a:r>
              <a:br>
                <a:rPr lang="en-US" altLang="ja-JP" dirty="0">
                  <a:latin typeface="Consolas" panose="020B0609020204030204" pitchFamily="49" charset="0"/>
                </a:rPr>
              </a:br>
              <a:r>
                <a:rPr lang="en-US" altLang="ja-JP" dirty="0">
                  <a:latin typeface="Consolas" panose="020B0609020204030204" pitchFamily="49" charset="0"/>
                </a:rPr>
                <a:t>actuator hardware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8B24F9DF-C399-49D8-BB87-6F78794A1655}"/>
                </a:ext>
              </a:extLst>
            </p:cNvPr>
            <p:cNvCxnSpPr>
              <a:cxnSpLocks/>
              <a:stCxn id="6" idx="3"/>
              <a:endCxn id="22" idx="1"/>
            </p:cNvCxnSpPr>
            <p:nvPr/>
          </p:nvCxnSpPr>
          <p:spPr>
            <a:xfrm>
              <a:off x="5663196" y="1531016"/>
              <a:ext cx="23644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0BAF36BD-3B91-4F54-8505-2B3120018937}"/>
                </a:ext>
              </a:extLst>
            </p:cNvPr>
            <p:cNvCxnSpPr>
              <a:cxnSpLocks/>
              <a:stCxn id="9" idx="3"/>
              <a:endCxn id="23" idx="1"/>
            </p:cNvCxnSpPr>
            <p:nvPr/>
          </p:nvCxnSpPr>
          <p:spPr>
            <a:xfrm>
              <a:off x="5663196" y="4254580"/>
              <a:ext cx="23644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CE2F09B5-FE64-4EE1-B358-AF6D05F6A1D0}"/>
                </a:ext>
              </a:extLst>
            </p:cNvPr>
            <p:cNvSpPr txBox="1"/>
            <p:nvPr/>
          </p:nvSpPr>
          <p:spPr>
            <a:xfrm>
              <a:off x="6293196" y="790526"/>
              <a:ext cx="20317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Georgia" panose="02040502050405020303" pitchFamily="18" charset="0"/>
                </a:rPr>
                <a:t>r</a:t>
              </a:r>
              <a:r>
                <a:rPr kumimoji="1" lang="en-US" altLang="ja-JP" sz="1400" dirty="0">
                  <a:latin typeface="Georgia" panose="02040502050405020303" pitchFamily="18" charset="0"/>
                </a:rPr>
                <a:t>ead states /</a:t>
              </a:r>
            </a:p>
            <a:p>
              <a:r>
                <a:rPr kumimoji="1" lang="en-US" altLang="ja-JP" sz="1400" dirty="0">
                  <a:latin typeface="Georgia" panose="02040502050405020303" pitchFamily="18" charset="0"/>
                </a:rPr>
                <a:t>write commands</a:t>
              </a:r>
              <a:br>
                <a:rPr kumimoji="1" lang="en-US" altLang="ja-JP" sz="1400" dirty="0">
                  <a:latin typeface="Georgia" panose="02040502050405020303" pitchFamily="18" charset="0"/>
                </a:rPr>
              </a:br>
              <a:r>
                <a:rPr kumimoji="1" lang="en-US" altLang="ja-JP" sz="1400" dirty="0">
                  <a:latin typeface="Georgia" panose="02040502050405020303" pitchFamily="18" charset="0"/>
                </a:rPr>
                <a:t>via ROS messages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1D8140B8-12D3-4A04-B3D1-584D6C9BA7EF}"/>
                </a:ext>
              </a:extLst>
            </p:cNvPr>
            <p:cNvSpPr txBox="1"/>
            <p:nvPr/>
          </p:nvSpPr>
          <p:spPr>
            <a:xfrm>
              <a:off x="6259537" y="3281202"/>
              <a:ext cx="236444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Georgia" panose="02040502050405020303" pitchFamily="18" charset="0"/>
                </a:rPr>
                <a:t>read states /</a:t>
              </a:r>
              <a:br>
                <a:rPr kumimoji="1" lang="en-US" altLang="ja-JP" sz="1400" dirty="0">
                  <a:latin typeface="Georgia" panose="02040502050405020303" pitchFamily="18" charset="0"/>
                </a:rPr>
              </a:br>
              <a:r>
                <a:rPr kumimoji="1" lang="en-US" altLang="ja-JP" sz="1400" dirty="0">
                  <a:latin typeface="Georgia" panose="02040502050405020303" pitchFamily="18" charset="0"/>
                </a:rPr>
                <a:t>write commands</a:t>
              </a:r>
              <a:br>
                <a:rPr kumimoji="1" lang="en-US" altLang="ja-JP" sz="1400" dirty="0">
                  <a:latin typeface="Georgia" panose="02040502050405020303" pitchFamily="18" charset="0"/>
                </a:rPr>
              </a:br>
              <a:r>
                <a:rPr kumimoji="1" lang="en-US" altLang="ja-JP" sz="1400" dirty="0">
                  <a:latin typeface="Georgia" panose="02040502050405020303" pitchFamily="18" charset="0"/>
                </a:rPr>
                <a:t>via actuator-specific</a:t>
              </a:r>
              <a:br>
                <a:rPr kumimoji="1" lang="en-US" altLang="ja-JP" sz="1400" dirty="0">
                  <a:latin typeface="Georgia" panose="02040502050405020303" pitchFamily="18" charset="0"/>
                </a:rPr>
              </a:br>
              <a:r>
                <a:rPr kumimoji="1" lang="en-US" altLang="ja-JP" sz="1400" dirty="0">
                  <a:latin typeface="Georgia" panose="02040502050405020303" pitchFamily="18" charset="0"/>
                </a:rPr>
                <a:t>interface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F607E99-00F5-4690-96CD-7206F7A8797E}"/>
                </a:ext>
              </a:extLst>
            </p:cNvPr>
            <p:cNvSpPr txBox="1"/>
            <p:nvPr/>
          </p:nvSpPr>
          <p:spPr>
            <a:xfrm>
              <a:off x="4328749" y="1828531"/>
              <a:ext cx="680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Georgia" panose="02040502050405020303" pitchFamily="18" charset="0"/>
                </a:rPr>
                <a:t>write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9477A8B0-0A16-4C74-8A84-F14B132B678A}"/>
                </a:ext>
              </a:extLst>
            </p:cNvPr>
            <p:cNvSpPr txBox="1"/>
            <p:nvPr/>
          </p:nvSpPr>
          <p:spPr>
            <a:xfrm>
              <a:off x="3113290" y="1823679"/>
              <a:ext cx="680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Georgia" panose="02040502050405020303" pitchFamily="18" charset="0"/>
                </a:rPr>
                <a:t>r</a:t>
              </a:r>
              <a:r>
                <a:rPr kumimoji="1" lang="en-US" altLang="ja-JP" sz="1400" dirty="0">
                  <a:latin typeface="Georgia" panose="02040502050405020303" pitchFamily="18" charset="0"/>
                </a:rPr>
                <a:t>ead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3C282E4-962F-411F-9A42-11C4F8782399}"/>
                </a:ext>
              </a:extLst>
            </p:cNvPr>
            <p:cNvSpPr txBox="1"/>
            <p:nvPr/>
          </p:nvSpPr>
          <p:spPr>
            <a:xfrm>
              <a:off x="1769983" y="4974071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effort_actuator_layer</a:t>
              </a:r>
              <a:endParaRPr lang="en-US" altLang="ja-JP" dirty="0">
                <a:latin typeface="Consolas" panose="020B0609020204030204" pitchFamily="49" charset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330FDCAC-ADFC-4FB8-80F7-6A7C2D9B0CFD}"/>
                </a:ext>
              </a:extLst>
            </p:cNvPr>
            <p:cNvSpPr txBox="1"/>
            <p:nvPr/>
          </p:nvSpPr>
          <p:spPr>
            <a:xfrm>
              <a:off x="8027644" y="4881738"/>
              <a:ext cx="3178984" cy="55399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ja-JP" dirty="0">
                  <a:latin typeface="Consolas" panose="020B0609020204030204" pitchFamily="49" charset="0"/>
                </a:rPr>
                <a:t>Effort-controlled</a:t>
              </a:r>
              <a:br>
                <a:rPr lang="en-US" altLang="ja-JP" dirty="0">
                  <a:latin typeface="Consolas" panose="020B0609020204030204" pitchFamily="49" charset="0"/>
                </a:rPr>
              </a:br>
              <a:r>
                <a:rPr lang="en-US" altLang="ja-JP" dirty="0">
                  <a:latin typeface="Consolas" panose="020B0609020204030204" pitchFamily="49" charset="0"/>
                </a:rPr>
                <a:t>actuator hardware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C0EC37AB-4CCF-45CF-B107-75B87BC86580}"/>
                </a:ext>
              </a:extLst>
            </p:cNvPr>
            <p:cNvCxnSpPr>
              <a:cxnSpLocks/>
              <a:stCxn id="24" idx="3"/>
              <a:endCxn id="27" idx="1"/>
            </p:cNvCxnSpPr>
            <p:nvPr/>
          </p:nvCxnSpPr>
          <p:spPr>
            <a:xfrm>
              <a:off x="5663195" y="5158737"/>
              <a:ext cx="23644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FB68D603-B0BC-4A17-8F2D-AFDC8F3141DA}"/>
                </a:ext>
              </a:extLst>
            </p:cNvPr>
            <p:cNvCxnSpPr/>
            <p:nvPr/>
          </p:nvCxnSpPr>
          <p:spPr>
            <a:xfrm>
              <a:off x="4315438" y="4439246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6B36DDD8-5A82-43FC-88AD-2CFDDC8CA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4653" y="4439246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213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A953D4E-7FD3-438C-8646-F3097844EADF}"/>
              </a:ext>
            </a:extLst>
          </p:cNvPr>
          <p:cNvGrpSpPr/>
          <p:nvPr/>
        </p:nvGrpSpPr>
        <p:grpSpPr>
          <a:xfrm>
            <a:off x="1223115" y="585788"/>
            <a:ext cx="4986951" cy="5147444"/>
            <a:chOff x="1223115" y="585788"/>
            <a:chExt cx="4986951" cy="5147444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2783359-64CA-4288-9C73-B05C7D063285}"/>
                </a:ext>
              </a:extLst>
            </p:cNvPr>
            <p:cNvSpPr/>
            <p:nvPr/>
          </p:nvSpPr>
          <p:spPr>
            <a:xfrm>
              <a:off x="1223115" y="585788"/>
              <a:ext cx="4986951" cy="514744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74B68C2D-5E83-4D32-8699-B6AD8A66B7DF}"/>
                </a:ext>
              </a:extLst>
            </p:cNvPr>
            <p:cNvSpPr txBox="1"/>
            <p:nvPr/>
          </p:nvSpPr>
          <p:spPr>
            <a:xfrm flipH="1">
              <a:off x="1307927" y="656347"/>
              <a:ext cx="4425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 err="1">
                  <a:latin typeface="Consolas" panose="020B0609020204030204" pitchFamily="49" charset="0"/>
                </a:rPr>
                <a:t>example_l</a:t>
              </a:r>
              <a:r>
                <a:rPr kumimoji="1" lang="en-US" altLang="ja-JP" dirty="0" err="1">
                  <a:latin typeface="Consolas" panose="020B0609020204030204" pitchFamily="49" charset="0"/>
                </a:rPr>
                <a:t>ayered_hardware_node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3F2FECD-6AB2-477F-8A34-9C91ED6485F3}"/>
                </a:ext>
              </a:extLst>
            </p:cNvPr>
            <p:cNvSpPr txBox="1"/>
            <p:nvPr/>
          </p:nvSpPr>
          <p:spPr>
            <a:xfrm>
              <a:off x="1769984" y="1346350"/>
              <a:ext cx="3893212" cy="3693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>
                  <a:latin typeface="Consolas" panose="020B0609020204030204" pitchFamily="49" charset="0"/>
                </a:rPr>
                <a:t>ControllerManager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73FD731-FDFB-4B7C-BE6B-137C53B409A0}"/>
                </a:ext>
              </a:extLst>
            </p:cNvPr>
            <p:cNvSpPr txBox="1"/>
            <p:nvPr/>
          </p:nvSpPr>
          <p:spPr>
            <a:xfrm>
              <a:off x="1769984" y="2244305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joint_limits_layer</a:t>
              </a:r>
              <a:endParaRPr kumimoji="1" lang="ja-JP" altLang="en-US" sz="1200" dirty="0">
                <a:latin typeface="Georgia" panose="02040502050405020303" pitchFamily="18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BE997F3-C491-47B8-8230-8C3D89A49DC8}"/>
                </a:ext>
              </a:extLst>
            </p:cNvPr>
            <p:cNvSpPr txBox="1"/>
            <p:nvPr/>
          </p:nvSpPr>
          <p:spPr>
            <a:xfrm>
              <a:off x="1769984" y="3153016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transmission_layer</a:t>
              </a:r>
              <a:endParaRPr lang="en-US" altLang="ja-JP" dirty="0">
                <a:latin typeface="Consolas" panose="020B0609020204030204" pitchFamily="49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AF34787-1E64-424C-AC24-D2FB4ABC6567}"/>
                </a:ext>
              </a:extLst>
            </p:cNvPr>
            <p:cNvSpPr txBox="1"/>
            <p:nvPr/>
          </p:nvSpPr>
          <p:spPr>
            <a:xfrm>
              <a:off x="1769984" y="4069914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position_actuator_layer</a:t>
              </a:r>
              <a:endParaRPr lang="en-US" altLang="ja-JP" dirty="0">
                <a:latin typeface="Consolas" panose="020B0609020204030204" pitchFamily="49" charset="0"/>
              </a:endParaRPr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30E704C7-38DA-4280-93EA-4AE5D43825EB}"/>
                </a:ext>
              </a:extLst>
            </p:cNvPr>
            <p:cNvCxnSpPr/>
            <p:nvPr/>
          </p:nvCxnSpPr>
          <p:spPr>
            <a:xfrm>
              <a:off x="4315438" y="1715682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499CB9A0-4A4D-4698-9A5A-A31B8F2B310C}"/>
                </a:ext>
              </a:extLst>
            </p:cNvPr>
            <p:cNvCxnSpPr/>
            <p:nvPr/>
          </p:nvCxnSpPr>
          <p:spPr>
            <a:xfrm>
              <a:off x="4315438" y="2624393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61E7681E-6EE9-4027-BEE9-973B58890744}"/>
                </a:ext>
              </a:extLst>
            </p:cNvPr>
            <p:cNvCxnSpPr/>
            <p:nvPr/>
          </p:nvCxnSpPr>
          <p:spPr>
            <a:xfrm>
              <a:off x="4321983" y="3533108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5BDA5ECC-2AA9-4748-8018-AEABFE4022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3533108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3133D3B5-441E-420F-8516-5A2E66137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2624393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1400E0B-4FC1-4839-A89A-B91138FD9A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1715682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F607E99-00F5-4690-96CD-7206F7A8797E}"/>
                </a:ext>
              </a:extLst>
            </p:cNvPr>
            <p:cNvSpPr txBox="1"/>
            <p:nvPr/>
          </p:nvSpPr>
          <p:spPr>
            <a:xfrm>
              <a:off x="4328749" y="1828531"/>
              <a:ext cx="680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Georgia" panose="02040502050405020303" pitchFamily="18" charset="0"/>
                </a:rPr>
                <a:t>write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9477A8B0-0A16-4C74-8A84-F14B132B678A}"/>
                </a:ext>
              </a:extLst>
            </p:cNvPr>
            <p:cNvSpPr txBox="1"/>
            <p:nvPr/>
          </p:nvSpPr>
          <p:spPr>
            <a:xfrm>
              <a:off x="3113290" y="1823679"/>
              <a:ext cx="680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Georgia" panose="02040502050405020303" pitchFamily="18" charset="0"/>
                </a:rPr>
                <a:t>r</a:t>
              </a:r>
              <a:r>
                <a:rPr kumimoji="1" lang="en-US" altLang="ja-JP" sz="1400" dirty="0">
                  <a:latin typeface="Georgia" panose="02040502050405020303" pitchFamily="18" charset="0"/>
                </a:rPr>
                <a:t>ead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3C282E4-962F-411F-9A42-11C4F8782399}"/>
                </a:ext>
              </a:extLst>
            </p:cNvPr>
            <p:cNvSpPr txBox="1"/>
            <p:nvPr/>
          </p:nvSpPr>
          <p:spPr>
            <a:xfrm>
              <a:off x="1769983" y="4974071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onsolas" panose="020B0609020204030204" pitchFamily="49" charset="0"/>
                </a:rPr>
                <a:t>effort_actuator_layer</a:t>
              </a:r>
              <a:endParaRPr lang="en-US" altLang="ja-JP" dirty="0">
                <a:latin typeface="Consolas" panose="020B0609020204030204" pitchFamily="49" charset="0"/>
              </a:endParaRP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FB68D603-B0BC-4A17-8F2D-AFDC8F3141DA}"/>
                </a:ext>
              </a:extLst>
            </p:cNvPr>
            <p:cNvCxnSpPr/>
            <p:nvPr/>
          </p:nvCxnSpPr>
          <p:spPr>
            <a:xfrm>
              <a:off x="4315438" y="4439246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6B36DDD8-5A82-43FC-88AD-2CFDDC8CA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4653" y="4439246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164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86090B9E-1A59-EB9B-9054-9EC655FC3A63}"/>
              </a:ext>
            </a:extLst>
          </p:cNvPr>
          <p:cNvGrpSpPr/>
          <p:nvPr/>
        </p:nvGrpSpPr>
        <p:grpSpPr>
          <a:xfrm>
            <a:off x="1223115" y="660485"/>
            <a:ext cx="9994648" cy="5419184"/>
            <a:chOff x="1223115" y="660485"/>
            <a:chExt cx="9994648" cy="5419184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E54F339-B96F-0C6B-C313-4909F59FDF45}"/>
                </a:ext>
              </a:extLst>
            </p:cNvPr>
            <p:cNvSpPr/>
            <p:nvPr/>
          </p:nvSpPr>
          <p:spPr>
            <a:xfrm>
              <a:off x="1223115" y="660485"/>
              <a:ext cx="4986951" cy="531460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24D68003-CC30-2A66-647E-C3A1889F747A}"/>
                </a:ext>
              </a:extLst>
            </p:cNvPr>
            <p:cNvSpPr txBox="1"/>
            <p:nvPr/>
          </p:nvSpPr>
          <p:spPr>
            <a:xfrm flipH="1">
              <a:off x="1307927" y="660485"/>
              <a:ext cx="4425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Consolas" panose="020B0609020204030204" pitchFamily="49" charset="0"/>
                </a:rPr>
                <a:t>ros2_control_node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8E88D91-4BA1-B578-8A0B-5E842F795859}"/>
                </a:ext>
              </a:extLst>
            </p:cNvPr>
            <p:cNvSpPr txBox="1"/>
            <p:nvPr/>
          </p:nvSpPr>
          <p:spPr>
            <a:xfrm>
              <a:off x="1769984" y="2190020"/>
              <a:ext cx="3893212" cy="3693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>
                  <a:latin typeface="Consolas" panose="020B0609020204030204" pitchFamily="49" charset="0"/>
                </a:rPr>
                <a:t>ResourceManager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AB88724-10B2-134F-7304-D58899F7B883}"/>
                </a:ext>
              </a:extLst>
            </p:cNvPr>
            <p:cNvSpPr txBox="1"/>
            <p:nvPr/>
          </p:nvSpPr>
          <p:spPr>
            <a:xfrm>
              <a:off x="1769984" y="3396789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Consolas" panose="020B0609020204030204" pitchFamily="49" charset="0"/>
                </a:rPr>
                <a:t>Layer[0]</a:t>
              </a:r>
              <a:r>
                <a:rPr lang="ja-JP" altLang="en-US" sz="1200" dirty="0">
                  <a:latin typeface="Georgia" panose="02040502050405020303" pitchFamily="18" charset="0"/>
                </a:rPr>
                <a:t> </a:t>
              </a:r>
              <a:r>
                <a:rPr kumimoji="1" lang="en-US" altLang="ja-JP" sz="1200" dirty="0">
                  <a:latin typeface="Georgia" panose="02040502050405020303" pitchFamily="18" charset="0"/>
                </a:rPr>
                <a:t>(ex. Joint limits)</a:t>
              </a:r>
              <a:endParaRPr kumimoji="1" lang="ja-JP" altLang="en-US" sz="1200" dirty="0">
                <a:latin typeface="Georgia" panose="02040502050405020303" pitchFamily="18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5D89F10-EA7B-62C3-09D6-BB1BA3B0D3CE}"/>
                </a:ext>
              </a:extLst>
            </p:cNvPr>
            <p:cNvSpPr txBox="1"/>
            <p:nvPr/>
          </p:nvSpPr>
          <p:spPr>
            <a:xfrm>
              <a:off x="1769984" y="4299034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Consolas" panose="020B0609020204030204" pitchFamily="49" charset="0"/>
                </a:rPr>
                <a:t>Layer[1]</a:t>
              </a:r>
              <a:r>
                <a:rPr lang="ja-JP" altLang="en-US" sz="1200" dirty="0">
                  <a:solidFill>
                    <a:prstClr val="black"/>
                  </a:solidFill>
                  <a:latin typeface="Georgia" panose="02040502050405020303" pitchFamily="18" charset="0"/>
                </a:rPr>
                <a:t> </a:t>
              </a:r>
              <a:r>
                <a:rPr lang="en-US" altLang="ja-JP" sz="1200" dirty="0">
                  <a:solidFill>
                    <a:prstClr val="black"/>
                  </a:solidFill>
                  <a:latin typeface="Georgia" panose="02040502050405020303" pitchFamily="18" charset="0"/>
                </a:rPr>
                <a:t>(ex. Transmissions)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1BF04B77-2D1D-796E-F768-DB4541CD2BD3}"/>
                </a:ext>
              </a:extLst>
            </p:cNvPr>
            <p:cNvSpPr txBox="1"/>
            <p:nvPr/>
          </p:nvSpPr>
          <p:spPr>
            <a:xfrm>
              <a:off x="1769984" y="5203780"/>
              <a:ext cx="389321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Consolas" panose="020B0609020204030204" pitchFamily="49" charset="0"/>
                </a:rPr>
                <a:t>Layer[2]</a:t>
              </a:r>
              <a:r>
                <a:rPr lang="en-US" altLang="ja-JP" sz="1200" dirty="0">
                  <a:solidFill>
                    <a:prstClr val="black"/>
                  </a:solidFill>
                  <a:latin typeface="Georgia" panose="02040502050405020303" pitchFamily="18" charset="0"/>
                </a:rPr>
                <a:t> (ex. Actuator-specific)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7B901AEA-3C50-3E7D-15F2-266977665F65}"/>
                </a:ext>
              </a:extLst>
            </p:cNvPr>
            <p:cNvCxnSpPr/>
            <p:nvPr/>
          </p:nvCxnSpPr>
          <p:spPr>
            <a:xfrm>
              <a:off x="4315438" y="3770411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47563BE4-E0DF-626B-D353-8F8A674ED18D}"/>
                </a:ext>
              </a:extLst>
            </p:cNvPr>
            <p:cNvCxnSpPr/>
            <p:nvPr/>
          </p:nvCxnSpPr>
          <p:spPr>
            <a:xfrm>
              <a:off x="4321983" y="4675157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5EBC3427-CF0A-11D7-BB68-3A0B397A2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4675157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2FEB19BA-D626-D628-835F-FC9161025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198" y="3770411"/>
              <a:ext cx="0" cy="528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07E640B-C1EE-3F4E-F008-5069BCDC6ED2}"/>
                </a:ext>
              </a:extLst>
            </p:cNvPr>
            <p:cNvSpPr txBox="1"/>
            <p:nvPr/>
          </p:nvSpPr>
          <p:spPr>
            <a:xfrm>
              <a:off x="8038780" y="1123547"/>
              <a:ext cx="3178983" cy="3693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Consolas" panose="020B0609020204030204" pitchFamily="49" charset="0"/>
                </a:rPr>
                <a:t>User ROS nodes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394905E-2377-4FEC-C3B4-67355A4E447D}"/>
                </a:ext>
              </a:extLst>
            </p:cNvPr>
            <p:cNvSpPr txBox="1"/>
            <p:nvPr/>
          </p:nvSpPr>
          <p:spPr>
            <a:xfrm>
              <a:off x="8027645" y="5105519"/>
              <a:ext cx="3178984" cy="55399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ja-JP" dirty="0">
                  <a:latin typeface="Consolas" panose="020B0609020204030204" pitchFamily="49" charset="0"/>
                </a:rPr>
                <a:t>Actuator hardware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FC4CF29D-87AC-2083-6E36-45D9CACA64E2}"/>
                </a:ext>
              </a:extLst>
            </p:cNvPr>
            <p:cNvCxnSpPr>
              <a:cxnSpLocks/>
              <a:stCxn id="23" idx="3"/>
              <a:endCxn id="14" idx="1"/>
            </p:cNvCxnSpPr>
            <p:nvPr/>
          </p:nvCxnSpPr>
          <p:spPr>
            <a:xfrm>
              <a:off x="5663196" y="1303963"/>
              <a:ext cx="2375584" cy="425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063DD8F6-E465-B47E-9513-9377B770E57E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6014360" y="5382518"/>
              <a:ext cx="201328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BE29E8DA-F16F-FB9F-4CAB-4B4975E01986}"/>
                </a:ext>
              </a:extLst>
            </p:cNvPr>
            <p:cNvSpPr txBox="1"/>
            <p:nvPr/>
          </p:nvSpPr>
          <p:spPr>
            <a:xfrm>
              <a:off x="6259536" y="5341005"/>
              <a:ext cx="307682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Georgia" panose="02040502050405020303" pitchFamily="18" charset="0"/>
                </a:rPr>
                <a:t>read states /</a:t>
              </a:r>
              <a:br>
                <a:rPr kumimoji="1" lang="en-US" altLang="ja-JP" sz="1400" dirty="0">
                  <a:latin typeface="Georgia" panose="02040502050405020303" pitchFamily="18" charset="0"/>
                </a:rPr>
              </a:br>
              <a:r>
                <a:rPr kumimoji="1" lang="en-US" altLang="ja-JP" sz="1400" dirty="0">
                  <a:latin typeface="Georgia" panose="02040502050405020303" pitchFamily="18" charset="0"/>
                </a:rPr>
                <a:t>write commands</a:t>
              </a:r>
              <a:br>
                <a:rPr kumimoji="1" lang="en-US" altLang="ja-JP" sz="1400" dirty="0">
                  <a:latin typeface="Georgia" panose="02040502050405020303" pitchFamily="18" charset="0"/>
                </a:rPr>
              </a:br>
              <a:r>
                <a:rPr kumimoji="1" lang="en-US" altLang="ja-JP" sz="1400" dirty="0">
                  <a:latin typeface="Georgia" panose="02040502050405020303" pitchFamily="18" charset="0"/>
                </a:rPr>
                <a:t>via actuator-specific interface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8DA072A3-CFD2-C1F5-93D2-ECD8A65F2C99}"/>
                </a:ext>
              </a:extLst>
            </p:cNvPr>
            <p:cNvSpPr txBox="1"/>
            <p:nvPr/>
          </p:nvSpPr>
          <p:spPr>
            <a:xfrm>
              <a:off x="1769984" y="1664374"/>
              <a:ext cx="3893212" cy="3693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>
                  <a:latin typeface="Consolas" panose="020B0609020204030204" pitchFamily="49" charset="0"/>
                </a:rPr>
                <a:t>ControllerManager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3A19FDF-62D2-F0F3-9FBC-A28F74E83592}"/>
                </a:ext>
              </a:extLst>
            </p:cNvPr>
            <p:cNvSpPr txBox="1"/>
            <p:nvPr/>
          </p:nvSpPr>
          <p:spPr>
            <a:xfrm flipH="1">
              <a:off x="1460326" y="2883441"/>
              <a:ext cx="41164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 err="1">
                  <a:latin typeface="Consolas" panose="020B0609020204030204" pitchFamily="49" charset="0"/>
                </a:rPr>
                <a:t>LayeredHardware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BD300D81-2899-4E82-AA82-BF9EB61125A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3716590" y="1488629"/>
              <a:ext cx="3146" cy="137154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  <a:effectLst>
              <a:glow rad="101600">
                <a:schemeClr val="bg1">
                  <a:alpha val="9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B8D8A0E-CBA6-585A-9D58-B69E6B9849CF}"/>
                </a:ext>
              </a:extLst>
            </p:cNvPr>
            <p:cNvSpPr txBox="1"/>
            <p:nvPr/>
          </p:nvSpPr>
          <p:spPr>
            <a:xfrm>
              <a:off x="3719736" y="2532693"/>
              <a:ext cx="7591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Georgia" panose="02040502050405020303" pitchFamily="18" charset="0"/>
                </a:rPr>
                <a:t>update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5E929F3-97CC-512F-69C7-B08F89CE7A5D}"/>
                </a:ext>
              </a:extLst>
            </p:cNvPr>
            <p:cNvSpPr txBox="1"/>
            <p:nvPr/>
          </p:nvSpPr>
          <p:spPr>
            <a:xfrm>
              <a:off x="1769984" y="1119297"/>
              <a:ext cx="3893212" cy="3693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Consolas" panose="020B0609020204030204" pitchFamily="49" charset="0"/>
                </a:rPr>
                <a:t>Controllers</a:t>
              </a:r>
              <a:endParaRPr kumimoji="1"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184FEE4-83C5-9B9D-7535-3824ED1E95B3}"/>
                </a:ext>
              </a:extLst>
            </p:cNvPr>
            <p:cNvSpPr/>
            <p:nvPr/>
          </p:nvSpPr>
          <p:spPr>
            <a:xfrm>
              <a:off x="1375516" y="2860176"/>
              <a:ext cx="4638844" cy="29128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E59EC628-A94B-2348-6352-345A2DBA5F60}"/>
                </a:ext>
              </a:extLst>
            </p:cNvPr>
            <p:cNvSpPr txBox="1"/>
            <p:nvPr/>
          </p:nvSpPr>
          <p:spPr>
            <a:xfrm>
              <a:off x="4328749" y="3881100"/>
              <a:ext cx="680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Georgia" panose="02040502050405020303" pitchFamily="18" charset="0"/>
                </a:rPr>
                <a:t>write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8C90346-2C0B-C2ED-81F8-A88393972F3B}"/>
                </a:ext>
              </a:extLst>
            </p:cNvPr>
            <p:cNvSpPr txBox="1"/>
            <p:nvPr/>
          </p:nvSpPr>
          <p:spPr>
            <a:xfrm>
              <a:off x="3113290" y="3876248"/>
              <a:ext cx="680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Georgia" panose="02040502050405020303" pitchFamily="18" charset="0"/>
                </a:rPr>
                <a:t>r</a:t>
              </a:r>
              <a:r>
                <a:rPr kumimoji="1" lang="en-US" altLang="ja-JP" sz="1400" dirty="0">
                  <a:latin typeface="Georgia" panose="02040502050405020303" pitchFamily="18" charset="0"/>
                </a:rPr>
                <a:t>ead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98DEEBB4-3560-A057-18D9-730526EA4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196" y="1849040"/>
              <a:ext cx="2737060" cy="18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611B9285-3B80-1878-5FCE-5E75D42CA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0256" y="1488629"/>
              <a:ext cx="0" cy="3621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26777C61-F642-11DE-80EF-5BCBCC8F2FE4}"/>
                </a:ext>
              </a:extLst>
            </p:cNvPr>
            <p:cNvSpPr txBox="1"/>
            <p:nvPr/>
          </p:nvSpPr>
          <p:spPr>
            <a:xfrm>
              <a:off x="6425876" y="1859493"/>
              <a:ext cx="21183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Georgia" panose="02040502050405020303" pitchFamily="18" charset="0"/>
                </a:rPr>
                <a:t>a</a:t>
              </a:r>
              <a:r>
                <a:rPr kumimoji="1" lang="en-US" altLang="ja-JP" sz="1400" dirty="0">
                  <a:latin typeface="Georgia" panose="02040502050405020303" pitchFamily="18" charset="0"/>
                </a:rPr>
                <a:t>sk controller switching</a:t>
              </a:r>
              <a:br>
                <a:rPr kumimoji="1" lang="en-US" altLang="ja-JP" sz="1400" dirty="0">
                  <a:latin typeface="Georgia" panose="02040502050405020303" pitchFamily="18" charset="0"/>
                </a:rPr>
              </a:br>
              <a:r>
                <a:rPr kumimoji="1" lang="en-US" altLang="ja-JP" sz="1400" dirty="0">
                  <a:latin typeface="Georgia" panose="02040502050405020303" pitchFamily="18" charset="0"/>
                </a:rPr>
                <a:t>via ROS </a:t>
              </a:r>
              <a:r>
                <a:rPr lang="en-US" altLang="ja-JP" sz="1400" dirty="0">
                  <a:latin typeface="Georgia" panose="02040502050405020303" pitchFamily="18" charset="0"/>
                </a:rPr>
                <a:t>service</a:t>
              </a:r>
              <a:r>
                <a:rPr kumimoji="1" lang="en-US" altLang="ja-JP" sz="1400" dirty="0">
                  <a:latin typeface="Georgia" panose="02040502050405020303" pitchFamily="18" charset="0"/>
                </a:rPr>
                <a:t>s</a:t>
              </a:r>
              <a:endParaRPr kumimoji="1" lang="ja-JP" altLang="en-US" sz="1400" dirty="0">
                <a:latin typeface="Georgia" panose="0204050205040502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822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210</Words>
  <Application>Microsoft Office PowerPoint</Application>
  <PresentationFormat>ワイド画面</PresentationFormat>
  <Paragraphs>52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游ゴシック</vt:lpstr>
      <vt:lpstr>游ゴシック Light</vt:lpstr>
      <vt:lpstr>Arial</vt:lpstr>
      <vt:lpstr>Consolas</vt:lpstr>
      <vt:lpstr>Georgia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岡田 佳都</dc:creator>
  <cp:lastModifiedBy>Yoshito Okada</cp:lastModifiedBy>
  <cp:revision>9</cp:revision>
  <dcterms:created xsi:type="dcterms:W3CDTF">2019-12-23T12:07:36Z</dcterms:created>
  <dcterms:modified xsi:type="dcterms:W3CDTF">2024-10-31T10:10:25Z</dcterms:modified>
</cp:coreProperties>
</file>